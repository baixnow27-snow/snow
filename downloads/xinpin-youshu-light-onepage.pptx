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4ac77c9b954b85" /><Relationship Type="http://schemas.openxmlformats.org/officeDocument/2006/relationships/extended-properties" Target="/docProps/app.xml" Id="R9151bc58a954485a" /><Relationship Type="http://schemas.openxmlformats.org/officeDocument/2006/relationships/officeDocument" Target="/ppt/presentation.xml" Id="R6f3a789e873f40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6b2bee1739481e"/>
  </p:sldMasterIdLst>
  <p:notesMasterIdLst>
    <p:notesMasterId xmlns:r="http://schemas.openxmlformats.org/officeDocument/2006/relationships" r:id="R9c376c6d52a045df"/>
  </p:notesMasterIdLst>
  <p:sldIdLst>
    <p:sldId xmlns:r="http://schemas.openxmlformats.org/officeDocument/2006/relationships" id="256" r:id="R221a4acd6934482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ae9c4e5cc3464f" /><Relationship Type="http://schemas.openxmlformats.org/officeDocument/2006/relationships/slideMaster" Target="/ppt/slideMasters/slideMaster1.xml" Id="R576b2bee1739481e" /><Relationship Type="http://schemas.openxmlformats.org/officeDocument/2006/relationships/notesMaster" Target="/ppt/notesMasters/notesMaster1.xml" Id="R9c376c6d52a045df" /><Relationship Type="http://schemas.openxmlformats.org/officeDocument/2006/relationships/presProps" Target="/ppt/presProps.xml" Id="Rb3b2c77cdb264335" /><Relationship Type="http://schemas.openxmlformats.org/officeDocument/2006/relationships/tableStyles" Target="/ppt/tableStyles.xml" Id="R88e029069e884ebf" /><Relationship Type="http://schemas.openxmlformats.org/officeDocument/2006/relationships/slide" Target="/ppt/slides/slide1.xml" Id="R221a4acd6934482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48690b99e149d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1c8644ed6dd4b55" /><Relationship Type="http://schemas.openxmlformats.org/officeDocument/2006/relationships/notesMaster" Target="/ppt/notesMasters/notesMaster1.xml" Id="Rdeb65e94320344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本页根据用户最新上传的单页截图美化，保持一页和原有信息层级。Slogan按此次截图原文采用“做到产品上市前心里有数”。保留产品名、INNOVATION IN CONTROL、在投入之前把新品想清楚、每个产品都达60分、面向中小老板的5000元与价值10万元产品咨询服务表述，以及白雪/混沌创新院/模块三PK/2026署名。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价格、价值锚点与60分目标均来自用户截图，为原稿的服务主张，未作外部核实，不构成上市成功率或收益保证。视觉沿用当前产品的陨石和X/无限/扳手标志，适配浅色背景。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caa2c8f81c459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67b71f9ea5424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6940659b99413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48ed56070a40c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084e120ce9433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ea2fe72e384f5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B5D86D8-C3D0-4834-AE65-80C2AD1F50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09383F-0824-41EE-BFB7-A7F29E1A50B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949639E-86DD-4A9A-AEFE-3FBD99A519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9E38A14-A434-4E22-A98B-1E5C9429DA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A2ADA5D6-0461-4041-9B11-797AAE00CF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DDD1CE0-32BE-4D21-9607-7ED6126F6E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2C561B0-5A16-436E-AE18-EFF97BAC22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A21179B-37C1-4180-BCAA-2E32966117D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696D96-18A6-4F36-9F92-C9525075D4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382FAD6-DCE7-480C-8581-AF0DBC6157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163ea5ce954196" /><Relationship Type="http://schemas.openxmlformats.org/officeDocument/2006/relationships/slideLayout" Target="/ppt/slideLayouts/slideLayout1.xml" Id="Ra238745ada2e43b2" /><Relationship Type="http://schemas.openxmlformats.org/officeDocument/2006/relationships/slideLayout" Target="/ppt/slideLayouts/slideLayout2.xml" Id="R7b98fee1fd6646c3" /><Relationship Type="http://schemas.openxmlformats.org/officeDocument/2006/relationships/slideLayout" Target="/ppt/slideLayouts/slideLayout3.xml" Id="Rff3ba3beff93472c" /><Relationship Type="http://schemas.openxmlformats.org/officeDocument/2006/relationships/slideLayout" Target="/ppt/slideLayouts/slideLayout4.xml" Id="R298ca0adba3a4913" /><Relationship Type="http://schemas.openxmlformats.org/officeDocument/2006/relationships/slideLayout" Target="/ppt/slideLayouts/slideLayout5.xml" Id="R1bd63a95248746f7" /><Relationship Type="http://schemas.openxmlformats.org/officeDocument/2006/relationships/slideLayout" Target="/ppt/slideLayouts/slideLayout6.xml" Id="R89308bd5a1064f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38745ada2e43b2"/>
    <p:sldLayoutId xmlns:r="http://schemas.openxmlformats.org/officeDocument/2006/relationships" id="2147483650" r:id="R7b98fee1fd6646c3"/>
    <p:sldLayoutId xmlns:r="http://schemas.openxmlformats.org/officeDocument/2006/relationships" id="2147483651" r:id="Rff3ba3beff93472c"/>
    <p:sldLayoutId xmlns:r="http://schemas.openxmlformats.org/officeDocument/2006/relationships" id="2147483652" r:id="R298ca0adba3a4913"/>
    <p:sldLayoutId xmlns:r="http://schemas.openxmlformats.org/officeDocument/2006/relationships" id="2147483653" r:id="R1bd63a95248746f7"/>
    <p:sldLayoutId xmlns:r="http://schemas.openxmlformats.org/officeDocument/2006/relationships" id="2147483654" r:id="R89308bd5a1064f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64ae96881ea4c5f" /><Relationship Type="http://schemas.openxmlformats.org/officeDocument/2006/relationships/image" Target="/ppt/media/image.png" Id="Re05e02b80f384af2" /><Relationship Type="http://schemas.openxmlformats.org/officeDocument/2006/relationships/image" Target="/ppt/media/image2.png" Id="R6c6e558cb6a14a3b" /><Relationship Type="http://schemas.openxmlformats.org/officeDocument/2006/relationships/image" Target="/ppt/media/image.svg" Id="Ra0ea92fc5f8c440d" /><Relationship Type="http://schemas.openxmlformats.org/officeDocument/2006/relationships/notesSlide" Target="/ppt/notesSlides/notesSlide1.xml" Id="R0d5f6308e05f4a2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6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C1DC6-DBAD-4003-AA1B-1BEB3B20A2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5e02b80f384af2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E29879-E7CB-4607-AFCF-C771DD039D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e558cb6a14a3b">
            <a:extLst>
              <a:ext uri="{96DAC541-7B7A-43D3-8B79-37D633B846F1}">
                <asvg:svgBlip xmlns:asvg="http://schemas.microsoft.com/office/drawing/2016/SVG/main" r:embed="Ra0ea92fc5f8c440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38200" y="581025"/>
            <a:ext cx="514350" cy="333375"/>
          </a:xfrm>
          <a:prstGeom xmlns:a="http://schemas.openxmlformats.org/drawingml/2006/main" prst="rect">
            <a:avLst/>
          </a:prstGeom>
        </p:spPr>
      </p:pic>
      <p:sp>
        <p:nvSpPr>
          <p:cNvPr id="3" name="产品一句话">
            <a:extLst xmlns:a="http://schemas.openxmlformats.org/drawingml/2006/main">
              <a:ext uri="{FF2B5EF4-FFF2-40B4-BE49-F238E27FC236}">
                <a16:creationId xmlns:a16="http://schemas.microsoft.com/office/drawing/2014/main" id="{C831517A-0D9D-4FB6-A7AA-D55CF131F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715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71788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71788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717885"/>
                </a:solidFill>
                <a:latin typeface="Noto Sans CJK SC"/>
                <a:ea typeface="Noto Sans CJK SC"/>
                <a:cs typeface="Noto Sans CJK SC"/>
              </a:rPr>
              <a:t>产品一句话</a:t>
            </a:r>
          </a:p>
        </p:txBody>
      </p:sp>
      <p:sp>
        <p:nvSpPr>
          <p:cNvPr id="4" name="INNOVATION IN CONT">
            <a:extLst xmlns:a="http://schemas.openxmlformats.org/drawingml/2006/main">
              <a:ext uri="{FF2B5EF4-FFF2-40B4-BE49-F238E27FC236}">
                <a16:creationId xmlns:a16="http://schemas.microsoft.com/office/drawing/2014/main" id="{4EB5FE69-4786-4362-8B5E-2C0A532C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90550"/>
            <a:ext cx="3314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050" b="0">
                <a:solidFill>
                  <a:srgbClr val="969BA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r">
              <a:defRPr sz="1050" b="0">
                <a:solidFill>
                  <a:srgbClr val="969BA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69BA6"/>
                </a:solidFill>
                <a:latin typeface="Noto Sans CJK SC"/>
                <a:ea typeface="Noto Sans CJK SC"/>
                <a:cs typeface="Noto Sans CJK SC"/>
              </a:rPr>
              <a:t>INNOVATION IN CONTROL</a:t>
            </a:r>
          </a:p>
        </p:txBody>
      </p:sp>
      <p:sp>
        <p:nvSpPr>
          <p:cNvPr id="5" name="新品有数">
            <a:extLst xmlns:a="http://schemas.openxmlformats.org/drawingml/2006/main">
              <a:ext uri="{FF2B5EF4-FFF2-40B4-BE49-F238E27FC236}">
                <a16:creationId xmlns:a16="http://schemas.microsoft.com/office/drawing/2014/main" id="{39F86B62-4152-4B79-9028-658DE2C22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14525"/>
            <a:ext cx="7429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6300" b="0">
                <a:solidFill>
                  <a:srgbClr val="1C202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6300" b="0">
                <a:solidFill>
                  <a:srgbClr val="1C202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6300" b="0">
                <a:solidFill>
                  <a:srgbClr val="1C2029"/>
                </a:solidFill>
                <a:latin typeface="Noto Sans CJK SC"/>
                <a:ea typeface="Noto Sans CJK SC"/>
                <a:cs typeface="Noto Sans CJK SC"/>
              </a:rPr>
              <a:t>新品有数</a:t>
            </a:r>
          </a:p>
        </p:txBody>
      </p:sp>
      <p:sp>
        <p:nvSpPr>
          <p:cNvPr id="6" name="做到产品上市前心里有数">
            <a:extLst xmlns:a="http://schemas.openxmlformats.org/drawingml/2006/main">
              <a:ext uri="{FF2B5EF4-FFF2-40B4-BE49-F238E27FC236}">
                <a16:creationId xmlns:a16="http://schemas.microsoft.com/office/drawing/2014/main" id="{42E4DB60-572B-4F3E-951B-269AA8C2F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9925"/>
            <a:ext cx="7429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225" b="0">
                <a:solidFill>
                  <a:srgbClr val="363B47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3225" b="0">
                <a:solidFill>
                  <a:srgbClr val="363B47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225" b="0">
                <a:solidFill>
                  <a:srgbClr val="363B47"/>
                </a:solidFill>
                <a:latin typeface="Noto Sans CJK SC"/>
                <a:ea typeface="Noto Sans CJK SC"/>
                <a:cs typeface="Noto Sans CJK SC"/>
              </a:rPr>
              <a:t>做到产品上市前心里有数</a:t>
            </a:r>
          </a:p>
        </p:txBody>
      </p:sp>
      <p:sp>
        <p:nvSpPr>
          <p:cNvPr id="7" name="在投入之前，把新品想清楚。每个产品都">
            <a:extLst xmlns:a="http://schemas.openxmlformats.org/drawingml/2006/main">
              <a:ext uri="{FF2B5EF4-FFF2-40B4-BE49-F238E27FC236}">
                <a16:creationId xmlns:a16="http://schemas.microsoft.com/office/drawing/2014/main" id="{50D442A4-4C76-4061-A5EA-7A0F7984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7334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747C8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747C8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747C89"/>
                </a:solidFill>
                <a:latin typeface="Noto Sans CJK SC"/>
                <a:ea typeface="Noto Sans CJK SC"/>
                <a:cs typeface="Noto Sans CJK SC"/>
              </a:rPr>
              <a:t>在投入之前，把新品想清楚。每个产品都达60分</a:t>
            </a:r>
          </a:p>
        </p:txBody>
      </p:sp>
      <p:sp>
        <p:nvSpPr>
          <p:cNvPr id="8" name="为中小老板，在产品上市前">
            <a:extLst xmlns:a="http://schemas.openxmlformats.org/drawingml/2006/main">
              <a:ext uri="{FF2B5EF4-FFF2-40B4-BE49-F238E27FC236}">
                <a16:creationId xmlns:a16="http://schemas.microsoft.com/office/drawing/2014/main" id="{342CAA2A-B03A-4AB9-BD5D-BC0FAC78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43500"/>
            <a:ext cx="10515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858B96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858B96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858B96"/>
                </a:solidFill>
                <a:latin typeface="Noto Sans CJK SC"/>
                <a:ea typeface="Noto Sans CJK SC"/>
                <a:cs typeface="Noto Sans CJK SC"/>
              </a:rPr>
              <a:t>为中小老板，在产品上市前</a:t>
            </a:r>
          </a:p>
        </p:txBody>
      </p:sp>
      <p:sp>
        <p:nvSpPr>
          <p:cNvPr id="9" name="用 5,000 元，获得价值 10 ">
            <a:extLst xmlns:a="http://schemas.openxmlformats.org/drawingml/2006/main">
              <a:ext uri="{FF2B5EF4-FFF2-40B4-BE49-F238E27FC236}">
                <a16:creationId xmlns:a16="http://schemas.microsoft.com/office/drawing/2014/main" id="{0A506FFC-E46C-4117-9481-C9833155C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43550"/>
            <a:ext cx="10515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4E5664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4E5664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0">
                <a:solidFill>
                  <a:srgbClr val="4E5664"/>
                </a:solidFill>
                <a:latin typeface="Noto Sans CJK SC"/>
                <a:ea typeface="Noto Sans CJK SC"/>
                <a:cs typeface="Noto Sans CJK SC"/>
              </a:rPr>
              <a:t>用 </a:t>
            </a:r>
            <a:r>
              <a:rPr sz="2325" b="1">
                <a:solidFill>
                  <a:srgbClr val="656382"/>
                </a:solidFill>
                <a:latin typeface="Noto Sans CJK SC"/>
                <a:ea typeface="Noto Sans CJK SC"/>
                <a:cs typeface="Noto Sans CJK SC"/>
              </a:rPr>
              <a:t>5,000 元</a:t>
            </a:r>
            <a:r>
              <a:rPr sz="2325" b="0">
                <a:solidFill>
                  <a:srgbClr val="4E5664"/>
                </a:solidFill>
                <a:latin typeface="Noto Sans CJK SC"/>
                <a:ea typeface="Noto Sans CJK SC"/>
                <a:cs typeface="Noto Sans CJK SC"/>
              </a:rPr>
              <a:t>，获得价值 </a:t>
            </a:r>
            <a:r>
              <a:rPr sz="2325" b="1">
                <a:solidFill>
                  <a:srgbClr val="656382"/>
                </a:solidFill>
                <a:latin typeface="Noto Sans CJK SC"/>
                <a:ea typeface="Noto Sans CJK SC"/>
                <a:cs typeface="Noto Sans CJK SC"/>
              </a:rPr>
              <a:t>10 万元</a:t>
            </a:r>
            <a:r>
              <a:rPr sz="2325" b="0">
                <a:solidFill>
                  <a:srgbClr val="4E5664"/>
                </a:solidFill>
                <a:latin typeface="Noto Sans CJK SC"/>
                <a:ea typeface="Noto Sans CJK SC"/>
                <a:cs typeface="Noto Sans CJK SC"/>
              </a:rPr>
              <a:t>的产品咨询服务</a:t>
            </a:r>
          </a:p>
        </p:txBody>
      </p:sp>
      <p:sp>
        <p:nvSpPr>
          <p:cNvPr id="10" name="白雪 · 混沌创新院第十期 · 模块">
            <a:extLst xmlns:a="http://schemas.openxmlformats.org/drawingml/2006/main">
              <a:ext uri="{FF2B5EF4-FFF2-40B4-BE49-F238E27FC236}">
                <a16:creationId xmlns:a16="http://schemas.microsoft.com/office/drawing/2014/main" id="{7156DDCA-5CA4-4E3E-BCD8-C9C55DD6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00800"/>
            <a:ext cx="10515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050" b="0">
                <a:solidFill>
                  <a:srgbClr val="949AA5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 algn="l">
              <a:defRPr sz="1050" b="0">
                <a:solidFill>
                  <a:srgbClr val="949AA5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050" b="0">
                <a:solidFill>
                  <a:srgbClr val="949AA5"/>
                </a:solidFill>
                <a:latin typeface="Noto Sans CJK SC"/>
                <a:ea typeface="Noto Sans CJK SC"/>
                <a:cs typeface="Noto Sans CJK SC"/>
              </a:rPr>
              <a:t>白雪 · 混沌创新院第十期 · 模块三 PK · 2026</a:t>
            </a:r>
          </a:p>
        </p:txBody>
      </p:sp>
    </p:spTree>
    <p:extLst>
      <p:ext uri="{BB962C8B-B14F-4D97-AF65-F5344CB8AC3E}">
        <p14:creationId xmlns:p14="http://schemas.microsoft.com/office/powerpoint/2010/main" val="19311502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2026-10-17T14:48:52.1970000Z</dcterms:created>
  <dcterms:modified xsi:type="dcterms:W3CDTF">2026-10-17T14:48:52.1970000Z</dcterms:modified>
</coreProperties>
</file>