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f3b2c1b2a64034" /><Relationship Type="http://schemas.openxmlformats.org/officeDocument/2006/relationships/extended-properties" Target="/docProps/app.xml" Id="Ra0a345f47ec84caa" /><Relationship Type="http://schemas.openxmlformats.org/officeDocument/2006/relationships/officeDocument" Target="/ppt/presentation.xml" Id="R5de0295e3a694f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e50f45d7c643bf"/>
  </p:sldMasterIdLst>
  <p:notesMasterIdLst>
    <p:notesMasterId xmlns:r="http://schemas.openxmlformats.org/officeDocument/2006/relationships" r:id="Rdf3a260dd97f409c"/>
  </p:notesMasterIdLst>
  <p:sldIdLst>
    <p:sldId xmlns:r="http://schemas.openxmlformats.org/officeDocument/2006/relationships" id="256" r:id="R84b68760a55949dd"/>
    <p:sldId xmlns:r="http://schemas.openxmlformats.org/officeDocument/2006/relationships" id="257" r:id="Rf066b9e00dd442ae"/>
    <p:sldId xmlns:r="http://schemas.openxmlformats.org/officeDocument/2006/relationships" id="258" r:id="R963dc2598025462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0d5a543fa74bf9" /><Relationship Type="http://schemas.openxmlformats.org/officeDocument/2006/relationships/slideMaster" Target="/ppt/slideMasters/slideMaster1.xml" Id="R77e50f45d7c643bf" /><Relationship Type="http://schemas.openxmlformats.org/officeDocument/2006/relationships/notesMaster" Target="/ppt/notesMasters/notesMaster1.xml" Id="Rdf3a260dd97f409c" /><Relationship Type="http://schemas.openxmlformats.org/officeDocument/2006/relationships/presProps" Target="/ppt/presProps.xml" Id="R03955bb319a7424e" /><Relationship Type="http://schemas.openxmlformats.org/officeDocument/2006/relationships/tableStyles" Target="/ppt/tableStyles.xml" Id="R8ae4b4b3191f4153" /><Relationship Type="http://schemas.openxmlformats.org/officeDocument/2006/relationships/slide" Target="/ppt/slides/slide1.xml" Id="R84b68760a55949dd" /><Relationship Type="http://schemas.openxmlformats.org/officeDocument/2006/relationships/slide" Target="/ppt/slides/slide2.xml" Id="Rf066b9e00dd442ae" /><Relationship Type="http://schemas.openxmlformats.org/officeDocument/2006/relationships/slide" Target="/ppt/slides/slide3.xml" Id="R963dc259802546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88c584a85e4c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492b6213d747f5" /><Relationship Type="http://schemas.openxmlformats.org/officeDocument/2006/relationships/notesMaster" Target="/ppt/notesMasters/notesMaster1.xml" Id="Rb72117b0184346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eb9ab62b474dc1" /><Relationship Type="http://schemas.openxmlformats.org/officeDocument/2006/relationships/notesMaster" Target="/ppt/notesMasters/notesMaster1.xml" Id="R654116db8de340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2cb5ebf83c4721" /><Relationship Type="http://schemas.openxmlformats.org/officeDocument/2006/relationships/notesMaster" Target="/ppt/notesMasters/notesMaster1.xml" Id="R642506bc9eac4a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新品有数「体验人参案例」页面截图：人参案例入口。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新品有数「体验人参案例」页面截图：人参案例问询进行中。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新品有数「体验人参案例」页面截图：人参案例问题小结。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ddd47e8f84d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82372e9d34b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6958991ad49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37c0822284d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b01a4315448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6d1c2ac68848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AFB719-B491-4A55-A28E-EB83E40274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D0F0B3B-BEE3-47AC-B791-4D0CBDE4AC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76BD93-FA3C-4B22-BFFD-2D736DF7A8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30220D-DE9B-4B82-8AB5-367DF34292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A36B8E-CB5B-4355-A3EB-F66F5BF97C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7C9BBA2-AC15-4C6E-A14D-95AE7446AE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79164C-97C3-4581-94E8-C2A7C6153D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A4250A-4D16-45F1-9508-3303B7ED12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1A9594-63B4-4F53-8D4F-99FF64ABEB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B291F9-F8E2-47D6-B722-9B5864F30B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0c25207558487a" /><Relationship Type="http://schemas.openxmlformats.org/officeDocument/2006/relationships/slideLayout" Target="/ppt/slideLayouts/slideLayout1.xml" Id="R95ba4c3b263a43a9" /><Relationship Type="http://schemas.openxmlformats.org/officeDocument/2006/relationships/slideLayout" Target="/ppt/slideLayouts/slideLayout2.xml" Id="Re4d5e32eb29744fa" /><Relationship Type="http://schemas.openxmlformats.org/officeDocument/2006/relationships/slideLayout" Target="/ppt/slideLayouts/slideLayout3.xml" Id="Re213be0dde334a0e" /><Relationship Type="http://schemas.openxmlformats.org/officeDocument/2006/relationships/slideLayout" Target="/ppt/slideLayouts/slideLayout4.xml" Id="R8cb9aba2abf84a39" /><Relationship Type="http://schemas.openxmlformats.org/officeDocument/2006/relationships/slideLayout" Target="/ppt/slideLayouts/slideLayout5.xml" Id="R60be62e307cb4d72" /><Relationship Type="http://schemas.openxmlformats.org/officeDocument/2006/relationships/slideLayout" Target="/ppt/slideLayouts/slideLayout6.xml" Id="R70ec1bcc61f04d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ba4c3b263a43a9"/>
    <p:sldLayoutId xmlns:r="http://schemas.openxmlformats.org/officeDocument/2006/relationships" id="2147483650" r:id="Re4d5e32eb29744fa"/>
    <p:sldLayoutId xmlns:r="http://schemas.openxmlformats.org/officeDocument/2006/relationships" id="2147483651" r:id="Re213be0dde334a0e"/>
    <p:sldLayoutId xmlns:r="http://schemas.openxmlformats.org/officeDocument/2006/relationships" id="2147483652" r:id="R8cb9aba2abf84a39"/>
    <p:sldLayoutId xmlns:r="http://schemas.openxmlformats.org/officeDocument/2006/relationships" id="2147483653" r:id="R60be62e307cb4d72"/>
    <p:sldLayoutId xmlns:r="http://schemas.openxmlformats.org/officeDocument/2006/relationships" id="2147483654" r:id="R70ec1bcc61f04d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19a816bbcd48cf" /><Relationship Type="http://schemas.openxmlformats.org/officeDocument/2006/relationships/image" Target="/ppt/media/image.png" Id="R0fbe46abbf0f4a4d" /><Relationship Type="http://schemas.openxmlformats.org/officeDocument/2006/relationships/notesSlide" Target="/ppt/notesSlides/notesSlide1.xml" Id="R3b2e179c80624b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29bda5bdad4f86" /><Relationship Type="http://schemas.openxmlformats.org/officeDocument/2006/relationships/image" Target="/ppt/media/image2.png" Id="Rfe3daec3fb844f55" /><Relationship Type="http://schemas.openxmlformats.org/officeDocument/2006/relationships/notesSlide" Target="/ppt/notesSlides/notesSlide2.xml" Id="R5ab071e402934e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e8d40524714d08" /><Relationship Type="http://schemas.openxmlformats.org/officeDocument/2006/relationships/image" Target="/ppt/media/image3.png" Id="Rbf392f1a0e9e46c4" /><Relationship Type="http://schemas.openxmlformats.org/officeDocument/2006/relationships/notesSlide" Target="/ppt/notesSlides/notesSlide3.xml" Id="Rb9d0668c6f3f4d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8321F-76C2-4A71-832C-AF6A8A212D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e46abbf0f4a4d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894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54D44-3183-4555-BCB5-5C835DBC1C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daec3fb844f55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85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7A6EA-0426-4BE8-A081-E189EEF890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92f1a0e9e46c4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21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2026-10-17T11:52:14.3850000Z</dcterms:created>
  <dcterms:modified xsi:type="dcterms:W3CDTF">2026-10-17T11:52:14.3850000Z</dcterms:modified>
</coreProperties>
</file>