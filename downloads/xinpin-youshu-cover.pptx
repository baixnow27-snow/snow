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ff86413aa84591" /><Relationship Type="http://schemas.openxmlformats.org/officeDocument/2006/relationships/extended-properties" Target="/docProps/app.xml" Id="Rf71a3b541ef2436a" /><Relationship Type="http://schemas.openxmlformats.org/officeDocument/2006/relationships/officeDocument" Target="/ppt/presentation.xml" Id="Rc220e4beddf9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17d6c9a2b944d4"/>
  </p:sldMasterIdLst>
  <p:notesMasterIdLst>
    <p:notesMasterId xmlns:r="http://schemas.openxmlformats.org/officeDocument/2006/relationships" r:id="R5752ced188ce42d0"/>
  </p:notesMasterIdLst>
  <p:sldIdLst>
    <p:sldId xmlns:r="http://schemas.openxmlformats.org/officeDocument/2006/relationships" id="256" r:id="Rfde4c9d73765424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9929090554733" /><Relationship Type="http://schemas.openxmlformats.org/officeDocument/2006/relationships/slideMaster" Target="/ppt/slideMasters/slideMaster1.xml" Id="R5817d6c9a2b944d4" /><Relationship Type="http://schemas.openxmlformats.org/officeDocument/2006/relationships/notesMaster" Target="/ppt/notesMasters/notesMaster1.xml" Id="R5752ced188ce42d0" /><Relationship Type="http://schemas.openxmlformats.org/officeDocument/2006/relationships/presProps" Target="/ppt/presProps.xml" Id="Rab97299f596543bb" /><Relationship Type="http://schemas.openxmlformats.org/officeDocument/2006/relationships/tableStyles" Target="/ppt/tableStyles.xml" Id="R167f6e7a1cb34c42" /><Relationship Type="http://schemas.openxmlformats.org/officeDocument/2006/relationships/slide" Target="/ppt/slides/slide1.xml" Id="Rfde4c9d73765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cb6fac62af4f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9971c0dc724d45" /><Relationship Type="http://schemas.openxmlformats.org/officeDocument/2006/relationships/notesMaster" Target="/ppt/notesMasters/notesMaster1.xml" Id="R43513e08822c48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新品有数产品封面。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00723738047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9468e36fe4a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e2c03697d49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b31f3f13840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544d5575c4c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2f9b118f14c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37859D-B61F-4E6E-BDEF-032483F3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ACB868-A953-4A5F-A69A-33DF112749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60945D-E03F-44BE-9CDC-8BA967C80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2F029-7D9E-4401-AD7F-A92D9BA12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BCCFAB-56B4-4095-9A93-4B982CD86E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BB4CF9-48BE-4436-9169-80BC688DA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DBF94A-709A-48E2-9794-68D04F30A8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52BEF8-EACE-4433-8ADE-ED6A18222C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AD47D6-6B69-4A26-BDF2-690E3897A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719A2A-893E-4ED1-9BC3-5443DBC40B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b826b8f98f4be9" /><Relationship Type="http://schemas.openxmlformats.org/officeDocument/2006/relationships/slideLayout" Target="/ppt/slideLayouts/slideLayout1.xml" Id="Rf5e3b4dbed94492e" /><Relationship Type="http://schemas.openxmlformats.org/officeDocument/2006/relationships/slideLayout" Target="/ppt/slideLayouts/slideLayout2.xml" Id="R20d7ad063cac4f93" /><Relationship Type="http://schemas.openxmlformats.org/officeDocument/2006/relationships/slideLayout" Target="/ppt/slideLayouts/slideLayout3.xml" Id="R0af47561745e45aa" /><Relationship Type="http://schemas.openxmlformats.org/officeDocument/2006/relationships/slideLayout" Target="/ppt/slideLayouts/slideLayout4.xml" Id="R2f1c752512e4442c" /><Relationship Type="http://schemas.openxmlformats.org/officeDocument/2006/relationships/slideLayout" Target="/ppt/slideLayouts/slideLayout5.xml" Id="R2ef5e135db8a4a4c" /><Relationship Type="http://schemas.openxmlformats.org/officeDocument/2006/relationships/slideLayout" Target="/ppt/slideLayouts/slideLayout6.xml" Id="R0ee393d2fb43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e3b4dbed94492e"/>
    <p:sldLayoutId xmlns:r="http://schemas.openxmlformats.org/officeDocument/2006/relationships" id="2147483650" r:id="R20d7ad063cac4f93"/>
    <p:sldLayoutId xmlns:r="http://schemas.openxmlformats.org/officeDocument/2006/relationships" id="2147483651" r:id="R0af47561745e45aa"/>
    <p:sldLayoutId xmlns:r="http://schemas.openxmlformats.org/officeDocument/2006/relationships" id="2147483652" r:id="R2f1c752512e4442c"/>
    <p:sldLayoutId xmlns:r="http://schemas.openxmlformats.org/officeDocument/2006/relationships" id="2147483653" r:id="R2ef5e135db8a4a4c"/>
    <p:sldLayoutId xmlns:r="http://schemas.openxmlformats.org/officeDocument/2006/relationships" id="2147483654" r:id="R0ee393d2fb43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8f70f62704a12" /><Relationship Type="http://schemas.openxmlformats.org/officeDocument/2006/relationships/image" Target="/ppt/media/image.png" Id="R9c13ca7cf4f74b49" /><Relationship Type="http://schemas.openxmlformats.org/officeDocument/2006/relationships/notesSlide" Target="/ppt/notesSlides/notesSlide1.xml" Id="R72547e158efe4a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C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192-EAD8-421E-B1D8-D8BAC456F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3ca7cf4f74b4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31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2026-10-17T12:42:46.6870000Z</dcterms:created>
  <dcterms:modified xsi:type="dcterms:W3CDTF">2026-10-17T12:42:46.6870000Z</dcterms:modified>
</coreProperties>
</file>